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070" autoAdjust="0"/>
  </p:normalViewPr>
  <p:slideViewPr>
    <p:cSldViewPr snapToGrid="0">
      <p:cViewPr varScale="1">
        <p:scale>
          <a:sx n="95" d="100"/>
          <a:sy n="95" d="100"/>
        </p:scale>
        <p:origin x="11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56C6A5-FEF9-406C-B203-9490D559C682}"/>
              </a:ext>
            </a:extLst>
          </p:cNvPr>
          <p:cNvSpPr>
            <a:spLocks noGrp="1"/>
          </p:cNvSpPr>
          <p:nvPr/>
        </p:nvSpPr>
        <p:spPr>
          <a:xfrm>
            <a:off x="476250" y="266700"/>
            <a:ext cx="11239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lang="en-US" sz="3000" dirty="0">
                <a:solidFill>
                  <a:srgbClr val="192B36"/>
                </a:solidFill>
                <a:latin typeface="Arial"/>
                <a:ea typeface="Arial"/>
                <a:cs typeface="Arial"/>
              </a:rPr>
              <a:t>Results from Working Memory</a:t>
            </a:r>
            <a:endParaRPr sz="3000" dirty="0">
              <a:solidFill>
                <a:srgbClr val="192B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A7C017-57F1-4DD1-B5C8-2294D7BBE1C1}"/>
              </a:ext>
            </a:extLst>
          </p:cNvPr>
          <p:cNvSpPr>
            <a:spLocks noGrp="1"/>
          </p:cNvSpPr>
          <p:nvPr/>
        </p:nvSpPr>
        <p:spPr>
          <a:xfrm>
            <a:off x="495300" y="952500"/>
            <a:ext cx="112014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36D"/>
                </a:solidFill>
                <a:latin typeface="Arial"/>
                <a:ea typeface="Arial"/>
                <a:cs typeface="Arial"/>
              </a:defRPr>
            </a:pPr>
            <a:endParaRPr sz="1800" b="0" dirty="0"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FA3A73-E52B-4A6A-A299-1CCD75CA6896}"/>
              </a:ext>
            </a:extLst>
          </p:cNvPr>
          <p:cNvSpPr>
            <a:spLocks noGrp="1"/>
          </p:cNvSpPr>
          <p:nvPr/>
        </p:nvSpPr>
        <p:spPr>
          <a:xfrm>
            <a:off x="8334375" y="3952875"/>
            <a:ext cx="3000375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endParaRPr sz="2025" b="0" dirty="0">
              <a:solidFill>
                <a:srgbClr val="192B3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85B425-B10B-B93C-7994-2722AD322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79596"/>
            <a:ext cx="6522326" cy="46703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0EA01F-3AD3-0606-B41F-62418C9AAB59}"/>
              </a:ext>
            </a:extLst>
          </p:cNvPr>
          <p:cNvSpPr txBox="1"/>
          <p:nvPr/>
        </p:nvSpPr>
        <p:spPr>
          <a:xfrm>
            <a:off x="495299" y="824597"/>
            <a:ext cx="8562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WM interaction: (2-back body − 0-back body) − (2-back faces − 0-back faces)</a:t>
            </a:r>
          </a:p>
        </p:txBody>
      </p:sp>
    </p:spTree>
    <p:extLst>
      <p:ext uri="{BB962C8B-B14F-4D97-AF65-F5344CB8AC3E}">
        <p14:creationId xmlns:p14="http://schemas.microsoft.com/office/powerpoint/2010/main" val="1175807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EB9C0F3-BF97-F603-1710-4260EF64F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8250"/>
            <a:ext cx="9546625" cy="55301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E33F24-CC35-E0D3-7F91-5473E33E0125}"/>
              </a:ext>
            </a:extLst>
          </p:cNvPr>
          <p:cNvSpPr txBox="1"/>
          <p:nvPr/>
        </p:nvSpPr>
        <p:spPr>
          <a:xfrm>
            <a:off x="6760442" y="1899809"/>
            <a:ext cx="5305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104 regions are significant in all three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343 regions are significant in at least one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146 regions are significant in none</a:t>
            </a:r>
          </a:p>
        </p:txBody>
      </p:sp>
    </p:spTree>
    <p:extLst>
      <p:ext uri="{BB962C8B-B14F-4D97-AF65-F5344CB8AC3E}">
        <p14:creationId xmlns:p14="http://schemas.microsoft.com/office/powerpoint/2010/main" val="16113946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DocSecurity>0</DocSecurity>
  <PresentationFormat>Widescreen</PresentationFormat>
  <Paragraphs>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Ryan Wang</cp:lastModifiedBy>
  <cp:revision>1</cp:revision>
  <dcterms:created xsi:type="dcterms:W3CDTF">2026-09-22T00:11:35Z</dcterms:created>
  <dcterms:modified xsi:type="dcterms:W3CDTF">2026-09-22T01:06:51Z</dcterms:modified>
</cp:coreProperties>
</file>